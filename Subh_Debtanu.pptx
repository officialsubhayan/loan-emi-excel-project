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6EACB-B5D9-E89B-7BEF-E72A8B074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6F1D7-2E79-7424-656F-21CAF378C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2E62-AEC6-6613-0A99-DE4EDF39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C7C3-10D8-4FE2-A3D9-11AD9F1B424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03582-D4BB-7F69-01C3-368EC0435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EA156-A15E-D843-D55A-3C8FDFFA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A2B8-AE61-4675-B649-14AD9A362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5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4429-34FC-89B1-7983-DCB16040F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D9E63-6B36-FEEF-42D4-02E94D488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A242C-0AEF-3EC9-CA64-B47055EA3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C7C3-10D8-4FE2-A3D9-11AD9F1B424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936AB-9612-1FF3-F8E4-238AA3D6F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35E87-35D6-7968-8F73-8C775447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A2B8-AE61-4675-B649-14AD9A362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472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E3DA-5AF6-3455-2938-BDED61B08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E62C1-253C-B87A-125F-A73B72EFB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53B18-0A01-F4E4-2DC4-60F5739B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C7C3-10D8-4FE2-A3D9-11AD9F1B424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657D1-CDA9-8DF1-9EBC-9E59AAFAB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FD20B-2B40-DCFE-9B3D-DA5D74C4C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A2B8-AE61-4675-B649-14AD9A362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895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34300-DEE4-B468-5BB9-5C97DC3B5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E91EE-2225-ADD0-030F-870C608A2D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6ADCF-41AD-18AB-DE63-5C807E447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B6E07-E7E0-34F7-6FD9-44D774FB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C7C3-10D8-4FE2-A3D9-11AD9F1B424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08090-E732-ECA2-A428-9C061918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BB9C3-F5EE-8208-F741-C0477C24C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A2B8-AE61-4675-B649-14AD9A362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60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9C0B6-FECB-56D9-1354-8B3ED02C4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6DF1D-C581-1A97-E813-7ED783877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FD328-7448-5979-B1B8-115DF3BBF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651155-1EFF-5A78-26F0-3C99034CC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30B207-E2F6-C451-5A2C-7682B7BCEB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BA8131-D8A6-F676-5A24-B0F8FEBBF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C7C3-10D8-4FE2-A3D9-11AD9F1B424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ECABAE-5D65-A030-CF9C-1253E0216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69180B-757A-FEFB-C57C-078A165C8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A2B8-AE61-4675-B649-14AD9A362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31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E4DD-EE21-993D-A8AE-11D6032B2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4358A-1554-3647-302F-913B691B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C7C3-10D8-4FE2-A3D9-11AD9F1B424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02BE5-67E9-9AF2-A20C-6839B551F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6FE8E-7D00-B395-0256-D850E9D43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A2B8-AE61-4675-B649-14AD9A362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6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9ABE9-31D4-B1BD-15EC-427ECD74F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C7C3-10D8-4FE2-A3D9-11AD9F1B424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A70F2E-38EE-F283-E3A4-B3731871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7DCCE-A711-67D5-D2A4-F0B3EDA5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A2B8-AE61-4675-B649-14AD9A362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467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1D06-E766-A5A5-AD8D-2E1C6E238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B0870-ABD1-94C9-23B2-DEFB8FF44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16187-4224-1D2B-BB8A-7A1C810BD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3513D-EA06-95F2-6482-7C0DA745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C7C3-10D8-4FE2-A3D9-11AD9F1B424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66BAA-8E52-A82D-0342-B1EFD16B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16D57-75D4-28DC-C6AF-D1F929F5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A2B8-AE61-4675-B649-14AD9A362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228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D51-D5F8-CC65-01B5-5B93E894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086F9-6CA7-1282-6FB7-25E6BD760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698AE-14DE-4F33-A1FA-4F32F3AFE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B0DE1-F39A-7AFC-0C2A-FAF94B749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C7C3-10D8-4FE2-A3D9-11AD9F1B424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70FE5-804C-63D5-5547-004AB5F1F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99285-8DE7-4253-BF5A-5A6D1D7A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A2B8-AE61-4675-B649-14AD9A362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44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DFD6-A4B5-E923-C498-7418EFF4A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16A10-E9A7-470F-BCAF-093FB539E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63AAE-828B-ABA1-0ED8-67BCA44E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C7C3-10D8-4FE2-A3D9-11AD9F1B424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6B01A-CB2B-D7DC-B7B7-3B965A516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4B584-C9A9-41FA-0793-BA642F54F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A2B8-AE61-4675-B649-14AD9A362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28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B1D7C3-CBF5-6461-DA12-7792B7F13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B21EE-03C3-81A0-4E49-22C60D50A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A9E99-943B-A111-0025-D422184A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C7C3-10D8-4FE2-A3D9-11AD9F1B424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6C144-C77C-4DB5-EF6E-F66C01A0C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45E04-A286-DA8D-6BEE-CDEF418E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A2B8-AE61-4675-B649-14AD9A362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105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E0A581-945F-DEFF-290B-9FB4A612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049AE-DCAC-0FEA-0C24-BD8704F6A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28AEA-2AB2-34C8-8371-BA5447769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C7C3-10D8-4FE2-A3D9-11AD9F1B424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E3B63-BDB1-29D7-BCB1-F077FCF9D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2952B-611B-5548-5824-D22C4B8D4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44A2B8-AE61-4675-B649-14AD9A362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3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382575-42CB-D36A-F909-C9E2D76D9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709"/>
            <a:ext cx="12192000" cy="653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5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ACF495-432D-8268-18FE-2A98C1281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0" y="0"/>
            <a:ext cx="12118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32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B30723-3ECF-541B-E674-4C6AF190A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9" y="0"/>
            <a:ext cx="121122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592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D4D639-0757-FA00-69FD-4E3E0FEAEB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305"/>
          <a:stretch/>
        </p:blipFill>
        <p:spPr>
          <a:xfrm>
            <a:off x="0" y="731520"/>
            <a:ext cx="12192000" cy="564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5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41E9AA-226D-95B2-35C9-872BA5EB3D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75"/>
          <a:stretch/>
        </p:blipFill>
        <p:spPr>
          <a:xfrm>
            <a:off x="0" y="548640"/>
            <a:ext cx="12192000" cy="584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1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14B4BB-1C8B-6D28-4FBE-695321D447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50"/>
          <a:stretch/>
        </p:blipFill>
        <p:spPr>
          <a:xfrm>
            <a:off x="0" y="6096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4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824F29-BA2B-6FBD-B11D-A0941700C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02"/>
            <a:ext cx="12192000" cy="666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00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Subhayan Mitra</dc:creator>
  <cp:lastModifiedBy>Subhayan Mitra</cp:lastModifiedBy>
  <cp:revision>2</cp:revision>
  <dcterms:created xsi:type="dcterms:W3CDTF">2026-05-29T04:16:52Z</dcterms:created>
  <dcterms:modified xsi:type="dcterms:W3CDTF">2026-05-29T04:54:56Z</dcterms:modified>
</cp:coreProperties>
</file>